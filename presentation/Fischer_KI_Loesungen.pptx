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0" y="1260000"/>
            <a:ext cx="9360000" cy="41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60000" y="432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</a:rPr>
              <a:t>Fischer Entrümpelungen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1368000"/>
            <a:ext cx="9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E3A8A"/>
                </a:solidFill>
                <a:latin typeface="Calibri"/>
              </a:rPr>
              <a:t>Mehr Kunden.
Weniger Arbeit.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000" y="3600000"/>
            <a:ext cx="86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Wie schlauer Computereinsatz das Geschäft von
Fischer Entrümpelungen noch besser macht.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576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B82F6"/>
                </a:solidFill>
                <a:latin typeface="Calibri"/>
              </a:rPr>
              <a:t>KI-Lösungen · einfach erklärt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Was der Computer für Fischer tun kann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40000" y="108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3B82F6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00000"/>
            <a:ext cx="5580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5580000" cy="125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800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Rund-um-die-Uhr
Kundenberater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772000"/>
            <a:ext cx="52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Beantwortet Fragen auf Deutsch, Englisch, Türkisch und Arabisch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Gibt sofort einen Preishinweis – auch abends und am Wochenende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Bucht Termine und leitet Anfragen ans Team weiter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Kein Anruf geht mehr verloren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900000"/>
            <a:ext cx="5724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900000"/>
            <a:ext cx="5724000" cy="125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2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000" y="1800000"/>
            <a:ext cx="536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Angebot per
Foto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772000"/>
            <a:ext cx="536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Kunde schickt einfach Fotos von der Wohnung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Das Programm schätzt den Aufwand automatisch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Erstes Angebot in wenigen Minuten – nicht erst nach Stunden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Mehr Aufträge, weniger Telefonzeit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Was der Computer für Fischer tun kann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40000" y="108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3B82F6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00000"/>
            <a:ext cx="5580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5580000" cy="125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800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Schlauere
Kundenverwaltung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772000"/>
            <a:ext cx="52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Anfragen per E-Mail, WhatsApp und Telefon kommen automatisch ins System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Dringende Jobs werden sofort nach oben gesetzt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Das Team sieht auf einen Blick, was zu tun ist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Weniger Papierkram, mehr Zeit für Kunden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900000"/>
            <a:ext cx="5724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900000"/>
            <a:ext cx="5724000" cy="125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2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000" y="1800000"/>
            <a:ext cx="536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Mehr gute
Bewertungen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772000"/>
            <a:ext cx="536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Nach jedem Auftrag: automatische freundliche Nachricht an den Kunden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Bittet um eine Google-Bewertung zum richtigen Zeitpunkt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Antwortet professionell auf Bewertungen – kein Aufwand fürs Team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Bessere Noten auf Google = mehr Anrufe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Was der Computer für Fischer tun kann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40000" y="108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3B82F6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00000"/>
            <a:ext cx="5580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5580000" cy="125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🗺️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800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Clevere
Routenplanung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772000"/>
            <a:ext cx="52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Alle Jobs des Tages werden auf dem kürzesten Weg eingeplant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Weniger Fahrzeit und Sprit – mehr Aufträge pro Tag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Das Team weiß morgens genau, was wann wo ansteht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Auch bei kurzfristigen Änderungen passt sich der Plan 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900000"/>
            <a:ext cx="5724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900000"/>
            <a:ext cx="5724000" cy="125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2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000" y="1800000"/>
            <a:ext cx="536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Werbetexte
von selbst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772000"/>
            <a:ext cx="536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Erstellt automatisch neue Texte für die Website und Google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Schreibt Facebook-Posts und Saisonangebote auf Knopfdruck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Vorher-Nachher-Geschichten aus echten Aufträgen – ganz einfach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Immer sichtbar online – ohne extra Marketingabteilung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Was der Computer für Fischer tun kann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40000" y="108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3B82F6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00000"/>
            <a:ext cx="5580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5580000" cy="125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800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Schönere Fotos
automatisch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772000"/>
            <a:ext cx="52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Auftragsfotos werden automatisch verbessert und aufgehellt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Persönliche Daten auf Bildern werden entfernt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Kurze Videos für Social Media – ohne Videoagentur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Professionelles Auftreten macht Vertrauen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900000"/>
            <a:ext cx="5724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900000"/>
            <a:ext cx="5724000" cy="125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2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000" y="1800000"/>
            <a:ext cx="536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Telefon-
Assistent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772000"/>
            <a:ext cx="536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Nimmt jeden Anruf entgegen – auch wenn alle beschäftigt sind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Notiert Name, Adresse und was der Kunde braucht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Bucht Termine direkt im Kalender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Nur komplizierte Fälle kommen ans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Was der Computer für Fischer tun kann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40000" y="108000"/>
            <a:ext cx="1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3B82F6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00000"/>
            <a:ext cx="5580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00000"/>
            <a:ext cx="5580000" cy="12599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800000"/>
            <a:ext cx="52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Alles auf
einen Blick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2772000"/>
            <a:ext cx="52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Eine Übersicht für Aufträge, Umsatz und Kundenanfragen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Zeigt, welche Stadtteile am meisten buchen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Gibt Tipps, wo Werbung sich am meisten lohnt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Entscheidungen einfach und schnell treffen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2000" y="900000"/>
            <a:ext cx="5724000" cy="56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2000" y="900000"/>
            <a:ext cx="5724000" cy="125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2000" y="108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E3A8A"/>
                </a:solidFill>
                <a:latin typeface="Calibri"/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2000" y="1800000"/>
            <a:ext cx="536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Calibri"/>
              </a:rPr>
              <a:t>Schlauer
Personalplan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772000"/>
            <a:ext cx="536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Erkennt automatisch, wann viel los ist (Frühling, Umzugssaison)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Plant Personal und Fahrzeuge rechtzeitig ein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Keine Überraschungen mehr in der Hochsaison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75569"/>
                </a:solidFill>
                <a:latin typeface="Calibri"/>
              </a:rPr>
              <a:t>✔  Mehr Aufträge annehmen – ohne Chaos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5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Der nächste Schritt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1440000"/>
            <a:ext cx="9720000" cy="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728000"/>
            <a:ext cx="97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1.  Kurzes Gespräch: Was passt am besten zu Fischer?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736000"/>
            <a:ext cx="97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2.  Kleiner Test mit einem echten Werkzeug – kostenlos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43999"/>
            <a:ext cx="97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3.  Schritt für Schritt einführen – ohne alles auf einmal zu ändern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5472000"/>
            <a:ext cx="9720000" cy="90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000" y="5544000"/>
            <a:ext cx="9504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Wir machen das gemeinsam. Einfach. Sicher. Erfolgreich.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